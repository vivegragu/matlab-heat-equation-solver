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Solving the 1D Heat Equation in MATLAB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solve how temperature spreads in a metal rod over time.</a:t>
            </a:r>
          </a:p>
          <a:p>
            <a:r>
              <a:t>This is based on the 1D heat equation, a partial differential equation (PDE).</a:t>
            </a:r>
          </a:p>
          <a:p>
            <a:r>
              <a:t>We use MATLAB to compute an approximate solution using finite differences.</a:t>
            </a:r>
          </a:p>
          <a:p>
            <a:r>
              <a:t>We visualize the temperature change in 2D and 3D plots.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Heat Equation?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equation: ∂u/∂t = c · ∂²u/∂x²</a:t>
            </a:r>
          </a:p>
          <a:p>
            <a:r>
              <a:t>u(x, t): temperature at position x and time t</a:t>
            </a:r>
          </a:p>
          <a:p>
            <a:r>
              <a:t>c: material constant (how fast heat spreads)</a:t>
            </a:r>
          </a:p>
          <a:p>
            <a:r>
              <a:t>Boundary: u(0,t) = u(L,t) = 0 (rod ends stay at 0°C)</a:t>
            </a:r>
          </a:p>
          <a:p>
            <a:r>
              <a:t>Initial condition: u(x,0) = f(x), the starting temperature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Numerical Solution – Finite Difference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 a grid with M points in space and N in time.</a:t>
            </a:r>
          </a:p>
          <a:p>
            <a:r>
              <a:t>dx = L / (M-1), dt = T / (N-1)</a:t>
            </a:r>
          </a:p>
          <a:p>
            <a:r>
              <a:t>We approximate the heat equation with this formula:</a:t>
            </a:r>
          </a:p>
          <a:p>
            <a:r>
              <a:t>U(m,n+1) = U(m,n) + r * (U(m+1,n) - 2*U(m,n) + U(m-1,n))</a:t>
            </a:r>
          </a:p>
          <a:p>
            <a:r>
              <a:t>Where r = c * dt / dx² (must be ≤ 0.5 for stability)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MATLAB Function: heatsolution.m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Inputs: f (initial temp), M, N, c, L, T</a:t>
            </a:r>
          </a:p>
          <a:p>
            <a:r>
              <a:t>Initializes grid and time step values</a:t>
            </a:r>
          </a:p>
          <a:p>
            <a:r>
              <a:t>Applies finite difference formula in a loop</a:t>
            </a:r>
          </a:p>
          <a:p>
            <a:r>
              <a:t>Handles boundary conditions (u=0 at rod ends)</a:t>
            </a:r>
          </a:p>
          <a:p>
            <a:r>
              <a:t>Outputs matrix U: temperature at each space and time 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f(x): Initial temperature (e.g. sin(x))</a:t>
            </a:r>
          </a:p>
          <a:p>
            <a:r>
              <a:t>M: number of spatial points</a:t>
            </a:r>
          </a:p>
          <a:p>
            <a:r>
              <a:t>N: number of time points</a:t>
            </a:r>
          </a:p>
          <a:p>
            <a:r>
              <a:t>L: length of rod, T: total time</a:t>
            </a:r>
          </a:p>
          <a:p>
            <a:r>
              <a:t>c: material constant, usually 1</a:t>
            </a:r>
          </a:p>
          <a:p>
            <a:r>
              <a:t>dx, dt: step sizes in space and time</a:t>
            </a:r>
          </a:p>
          <a:p>
            <a:r>
              <a:t>r: stability ratio = c * dt / dx²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MATLAB Script: heatplots.m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Runs three test cases with different f(x) and T</a:t>
            </a:r>
          </a:p>
          <a:p>
            <a:r>
              <a:t>Each case simulates heat flow using heatsolution.m</a:t>
            </a:r>
          </a:p>
          <a:p>
            <a:r>
              <a:t>Plots 3D surface: u(x,t) over time and space</a:t>
            </a:r>
          </a:p>
          <a:p>
            <a:r>
              <a:t>Plots 2D slices: temperature at t = 0, mid, and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Case 1: f(x) = sin(x), T = 0.1</a:t>
            </a:r>
          </a:p>
          <a:p>
            <a:r>
              <a:t>Case 2: f(x) = x(x−0.7)(x−1)², T = 0.42</a:t>
            </a:r>
          </a:p>
          <a:p>
            <a:r>
              <a:t>Case 3: same f(x), T = 7</a:t>
            </a:r>
          </a:p>
          <a:p>
            <a:r>
              <a:t>Each shows how heat smooths over time from initial shape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model physical systems using code.</a:t>
            </a:r>
          </a:p>
          <a:p>
            <a:r>
              <a:t>Understanding and applying the heat equation.</a:t>
            </a:r>
          </a:p>
          <a:p>
            <a:r>
              <a:t>Finite difference method and stability rules.</a:t>
            </a:r>
          </a:p>
          <a:p>
            <a:r>
              <a:t>Writing functions and scripts in MATLAB.</a:t>
            </a:r>
          </a:p>
          <a:p>
            <a:r>
              <a:t>Visualizing results in 2D and 3D.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525</Words>
  <Application>Microsoft Office PowerPoint</Application>
  <PresentationFormat>On-screen Show (4:3)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Solving the 1D Heat Equation in MATLAB</vt:lpstr>
      <vt:lpstr>Introduction</vt:lpstr>
      <vt:lpstr>What is the Heat Equation?</vt:lpstr>
      <vt:lpstr>Numerical Solution – Finite Difference Method</vt:lpstr>
      <vt:lpstr>MATLAB Function: heatsolution.m</vt:lpstr>
      <vt:lpstr>Important Variables</vt:lpstr>
      <vt:lpstr>MATLAB Script: heatplots.m</vt:lpstr>
      <vt:lpstr>Test Cases</vt:lpstr>
      <vt:lpstr>What We Learned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emi ami</dc:creator>
  <cp:keywords/>
  <dc:description>generated using python-pptx</dc:description>
  <cp:lastModifiedBy>emi ami</cp:lastModifiedBy>
  <cp:revision>2</cp:revision>
  <dcterms:created xsi:type="dcterms:W3CDTF">2013-01-27T09:14:16Z</dcterms:created>
  <dcterms:modified xsi:type="dcterms:W3CDTF">2025-06-27T11:55:51Z</dcterms:modified>
  <cp:category/>
</cp:coreProperties>
</file>